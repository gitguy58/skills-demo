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961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0624" y="1645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SKILLS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20624" y="4572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Skills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20624" y="1508760"/>
            <a:ext cx="164592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0624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Practitioner's Guide — What skills are · When to use them · How they're built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097280"/>
            <a:ext cx="237744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237744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1521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92240" y="1618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Sections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237744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2148840"/>
            <a:ext cx="237744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220370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92240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Workflows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3200400"/>
            <a:ext cx="237744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3200400"/>
            <a:ext cx="237744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32552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9224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to Rule Them 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" y="4759452"/>
            <a:ext cx="683971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4759452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96035" y="4759452"/>
            <a:ext cx="1086307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96035" y="4759452"/>
            <a:ext cx="10863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73782" y="4759452"/>
            <a:ext cx="844906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73782" y="4759452"/>
            <a:ext cx="8449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10128" y="4759452"/>
            <a:ext cx="100584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0128" y="47594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sections take you from zero to skill-creator.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0624" y="713232"/>
            <a:ext cx="3429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04672"/>
            <a:ext cx="8302752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" y="822960"/>
            <a:ext cx="8028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encode expert workflows — write once, trigger automatically, reproduce perfectly every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" y="1234440"/>
            <a:ext cx="270662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" y="1234440"/>
            <a:ext cx="2706624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1325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" y="170992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Skill?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075688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Definition, purpose, and the recipe analogy — understand what a skill is before you build one.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18688" y="1234440"/>
            <a:ext cx="270662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18688" y="1234440"/>
            <a:ext cx="2706624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28416" y="1325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28416" y="170992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Skills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28416" y="2075688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Triggers, use-cases, and the decision criteria for choosing a skill over a prompt or CLAUDE.md.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16752" y="1234440"/>
            <a:ext cx="270662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16752" y="1234440"/>
            <a:ext cx="2706624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0" y="1325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26480" y="170992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Skill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2075688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structure, YAML frontmatter, progressive disclosure, and bundled resources — dissected.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1645920"/>
            <a:ext cx="13716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548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20624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Skill?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20624" y="2578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 ·  Purpose  ·  The Recipe Analogy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" y="4686300"/>
            <a:ext cx="85953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468630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71600" y="4686300"/>
            <a:ext cx="1517904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46863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80944" y="4686300"/>
            <a:ext cx="2011680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80944" y="46863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SKILL?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directory of instructions Claude loads automatically when needed.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2706624" cy="3931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2706624" cy="38404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9144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A Folder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35331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" y="1353312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simply a directory containing a required SKILL.md file.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2157984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" y="215798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sub-folders hold scripts, reference docs, and assets.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" y="2962656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" y="296265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required for basic skills — Markdown is enough.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" y="3767328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376732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via Claude.ai Settings › Skills, or place in .claude/skills/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18688" y="877824"/>
            <a:ext cx="2706624" cy="3931920"/>
          </a:xfrm>
          <a:prstGeom prst="rect">
            <a:avLst/>
          </a:prstGeom>
          <a:solidFill>
            <a:srgbClr val="EDE5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18688" y="877824"/>
            <a:ext cx="2706624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0128" y="9144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Context on Demand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135331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1353312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are listed in Claude's context at all times (name + description only).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2157984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215798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SKILL.md body loads only when the skill triggers.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2962656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296265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resources (scripts, refs) load only when referenced.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10128" y="3767328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376732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keeps the main context window lean and focused.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16752" y="877824"/>
            <a:ext cx="2706624" cy="3931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16752" y="877824"/>
            <a:ext cx="2706624" cy="38404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08192" y="9144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Repeatable Excellence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08192" y="135331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72784" y="1353312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written, a skill encodes a best-practice workflow permanently.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08192" y="2157984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72784" y="215798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Claude invocation gets the same expert-level result.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08192" y="2962656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72784" y="296265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can be versioned, shared across teams, and org-deployed.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08192" y="3767328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72784" y="376732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work identically across Claude.ai, Claude Code, and the API.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RECIPE ANALOGY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well-crafted skill works exactly like a great food recipe.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68680"/>
            <a:ext cx="402336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burg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" y="941832"/>
            <a:ext cx="1188720" cy="1417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37944" y="960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🍔  A Food Recipe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496312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" y="24963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 list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837944" y="2496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inputs required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297180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4944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Utensils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837944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needed to execute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344728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4944" y="34472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837944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procedure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3922776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4944" y="39227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837944" y="39227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repeatable output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0352" y="441655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"Anyone who reads the recipe can reproduce the dish perfectly — every single time."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434840" y="21945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2800" dirty="0"/>
          </a:p>
        </p:txBody>
      </p:sp>
      <p:sp>
        <p:nvSpPr>
          <p:cNvPr id="27" name="Shape 24"/>
          <p:cNvSpPr/>
          <p:nvPr/>
        </p:nvSpPr>
        <p:spPr>
          <a:xfrm>
            <a:off x="4773168" y="868680"/>
            <a:ext cx="400507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773168" y="868680"/>
            <a:ext cx="4005072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901184" y="960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 Claude Skill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901184" y="1380744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047488" y="13807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37376" y="138074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description, trigger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901184" y="1856232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047488" y="1856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scripts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37376" y="185623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Claude can execute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901184" y="233172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047488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body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437376" y="23317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instructions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901184" y="280720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047488" y="2807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output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437376" y="280720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quality, every invocation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901184" y="3200400"/>
            <a:ext cx="3749040" cy="566928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992624" y="3227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2025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4992624" y="3529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Released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901184" y="3858768"/>
            <a:ext cx="3749040" cy="566928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992624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lines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4992624" y="4187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SKILL.md Target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882896" y="4416552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"Anyone who deploys the skill gets Claude performing the task at expert level — every time."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C0425D-8F9B-C9F0-E7C2-2A8996DB1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342" y="1019933"/>
            <a:ext cx="914479" cy="14763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1645920"/>
            <a:ext cx="13716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548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20624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Skills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20624" y="2578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 ·  Use-Cases  ·  Decision Criteria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" y="4686300"/>
            <a:ext cx="1024128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468630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36192" y="4686300"/>
            <a:ext cx="1764792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36192" y="468630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QUALITY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92424" y="4686300"/>
            <a:ext cx="1517904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92424" y="46863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PATTERNS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SKILLS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outperform prompts when workflows are complex, repetitive, or need to be shared.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2007108" cy="3931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2007108" cy="47548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914400"/>
            <a:ext cx="18608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 Repetitive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Tasks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1426464"/>
            <a:ext cx="18242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workflows you run regularly — generating PowerPoints, validating EDI files, creating Word reports.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remove the need to re-explain the process each time. Write it once; Claude applies it always.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9172" y="877824"/>
            <a:ext cx="2007108" cy="3931920"/>
          </a:xfrm>
          <a:prstGeom prst="rect">
            <a:avLst/>
          </a:prstGeom>
          <a:solidFill>
            <a:srgbClr val="EDE5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19172" y="877824"/>
            <a:ext cx="2007108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92324" y="914400"/>
            <a:ext cx="18608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Specialized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Chains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10612" y="1426464"/>
            <a:ext cx="18242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Claude needs specific scripts, exact library versions, or a precise CLI sequence — bundle it in a skill so the process never drifts.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in skills/ are executable without loading.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877824"/>
            <a:ext cx="2007108" cy="3931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877824"/>
            <a:ext cx="2007108" cy="47548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90872" y="914400"/>
            <a:ext cx="18608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Consistency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Standards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426464"/>
            <a:ext cx="18242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guidelines, design tokens, naming conventions, data masking rules. Skills encode standards so every output matches org expectations without manual review.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16268" y="877824"/>
            <a:ext cx="2007108" cy="3931920"/>
          </a:xfrm>
          <a:prstGeom prst="rect">
            <a:avLst/>
          </a:prstGeom>
          <a:solidFill>
            <a:srgbClr val="EDE5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16268" y="877824"/>
            <a:ext cx="2007108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89420" y="914400"/>
            <a:ext cx="18608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Onboarding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Sharing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7708" y="1426464"/>
            <a:ext cx="18242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expertise so teammates get expert-level results without deep knowledge. Org admins can deploy skills workspace-wide (shipped Dec 2025).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description-matching is the gatekeeper — write it well and skills activate reliably.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402336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95097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Triggering 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13350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" y="1335024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skill names + descriptions are always in Claude's context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19933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" y="1993392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request matches a skill description, Claude reads the full SKILL.md body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6517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" y="2651760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one-step queries may not trigger — substantive tasks work best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31012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" y="3310128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real-world data shows optimized descriptions improve activation from 20% to 90%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396849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" y="3968496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descriptions front-loaded with key use-cases — each entry is capped at 1,536 characters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81144" y="877824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81144" y="877824"/>
            <a:ext cx="4526280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90872" y="950976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Quality Matters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90872" y="1316736"/>
            <a:ext cx="4306824" cy="12344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90872" y="1316736"/>
            <a:ext cx="4306824" cy="28346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82312" y="1371600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Weak — undertriggers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82312" y="1645920"/>
            <a:ext cx="4123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to build a dashboard to display internal data."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2688336"/>
            <a:ext cx="4306824" cy="1993392"/>
          </a:xfrm>
          <a:prstGeom prst="rect">
            <a:avLst/>
          </a:prstGeom>
          <a:solidFill>
            <a:srgbClr val="F5FFF8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90872" y="2688336"/>
            <a:ext cx="4306824" cy="28346"/>
          </a:xfrm>
          <a:prstGeom prst="rect">
            <a:avLst/>
          </a:prstGeom>
          <a:solidFill>
            <a:srgbClr val="228833"/>
          </a:solidFill>
          <a:ln w="12700">
            <a:solidFill>
              <a:srgbClr val="228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82312" y="2743200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8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Strong — activates reliably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82312" y="3017520"/>
            <a:ext cx="4123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"Build dashboards to display internal data. Use when user mentions dashboards, data visualization, internal metrics, or wants to display company data — even if they don't say 'dashboard.'"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1645920"/>
            <a:ext cx="13716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548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20624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Skill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20624" y="2578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Structure  ·  Frontmatter  ·  Bundled Resources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" y="4686300"/>
            <a:ext cx="127101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46863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4686300"/>
            <a:ext cx="1517904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83080" y="46863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LAYOUT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92424" y="4686300"/>
            <a:ext cx="1435608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92424" y="4686300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3-LEVEL LOADING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— FILE STRUCTURE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skill-creator skill illustrates the full directory layout and 3-level progressive disclosure.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4023360" cy="39319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402336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950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skill-creator/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2801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SKILL.md   ← required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15910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YAML frontmatter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019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Markdown body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2128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agents/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5237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grader.md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comparator.md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1455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analyzer.md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4564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references/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7673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schemas.md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scripts/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run_loop.py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81144" y="877824"/>
            <a:ext cx="414223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81144" y="877824"/>
            <a:ext cx="4142232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90872" y="950976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 — 3 Levels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90872" y="1335024"/>
            <a:ext cx="329184" cy="32918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90872" y="135331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93208" y="133502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93208" y="1664208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+ description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in context (~100 words)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the triggering decision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at 1,536 chars per skill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2432304"/>
            <a:ext cx="329184" cy="32918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90872" y="24505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93208" y="243230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Body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93208" y="2761488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instructions loaded on trigger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under 500 lines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bundled files with clear pointers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to continuation slides if needed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90872" y="3529584"/>
            <a:ext cx="329184" cy="32918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90872" y="354787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93208" y="352958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Resources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93208" y="3858768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scripts/, references/, assets/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only when referenced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unlimited in 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execute without loading content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— SKILL.MD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frontmatter is the brain; the body is the blueprint. Both must be precise.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4663440" cy="39319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466344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9509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 — frontmatter + body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" y="1207008"/>
            <a:ext cx="4663440" cy="16459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2618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4859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skill-creator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17099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&gt;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19339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new skills, modify existing.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15798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 when users want a skill,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3820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 if they don't say 'skill'.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28300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0540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Skill Creator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2781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skill for creating and improving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5021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skills iteratively.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7261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9502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Creating a Skill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17423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Capture Intent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3982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by understanding the user...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21224" y="877824"/>
            <a:ext cx="35021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21224" y="877824"/>
            <a:ext cx="3502152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30952" y="95097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Frontmatter Fields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30952" y="1335024"/>
            <a:ext cx="3282696" cy="7315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30952" y="1335024"/>
            <a:ext cx="28346" cy="7315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22392" y="137160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22392" y="1627632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identifier used in file naming and packaging. Keep it short and unique.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30952" y="2176272"/>
            <a:ext cx="328269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30952" y="2176272"/>
            <a:ext cx="28346" cy="7315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22392" y="221284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22392" y="246888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trigger signal. Be specific and 'pushy' — include exact phrases users might say. Front-load key use-cases. Cap: 1,536 chars.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30952" y="3017520"/>
            <a:ext cx="3282696" cy="7315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330952" y="3017520"/>
            <a:ext cx="28346" cy="7315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22392" y="305409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compatibility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22392" y="3310128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Optional. List required tools or dependencies (e.g., Node.js, Python, LibreOffice).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30952" y="3858768"/>
            <a:ext cx="328269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330952" y="3858768"/>
            <a:ext cx="28346" cy="7315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22392" y="389534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Body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22392" y="4151376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instructions Claude follows. Reference bundled files with explicit 'read when' guidance. Stay under 500 lines.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to remember when building and deploying Claude Skills.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27218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2721864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9509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" y="1261872"/>
            <a:ext cx="2502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= Folders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1572768"/>
            <a:ext cx="2502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directory with SKILL.md plus optional scripts, references, and assets. No server, no API, no complex setup.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1068" y="877824"/>
            <a:ext cx="27218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11068" y="877824"/>
            <a:ext cx="2721864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20796" y="9509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20796" y="1261872"/>
            <a:ext cx="2502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Recipes for Claude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0796" y="1572768"/>
            <a:ext cx="2502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food recipe, a well-crafted skill encodes expertise once — any Claude invocation reproduces the same expert-level result.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01512" y="877824"/>
            <a:ext cx="27218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01512" y="877824"/>
            <a:ext cx="2721864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11240" y="9509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11240" y="1261872"/>
            <a:ext cx="2502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via Description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11240" y="1572768"/>
            <a:ext cx="2502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YAML description is the gatekeeper. Be specific and pushy — include the phrases users will actually type.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" y="2743200"/>
            <a:ext cx="40965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0624" y="2743200"/>
            <a:ext cx="4096512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28163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" y="3127248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Progressively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3438144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always → SKILL.md on trigger → bundled resources on demand. Keep context lean; only load what's needed.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2743200"/>
            <a:ext cx="40965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26864" y="2743200"/>
            <a:ext cx="4096512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28163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36592" y="3127248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36592" y="3438144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is an open standard (Dec 2025). The same SKILL.md works across Claude.ai, Claude Code, and other AI platforms.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FURTHER LEARNING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docs, video tutorials, and community deep-dives to build your skills practice.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2706624" cy="3931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2706624" cy="38404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9235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Official Docs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33502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133502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How-To Guide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159105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claude.ai/docs/skills/how-to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8368" y="17739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reference — structure, frontmatter, bundled resources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" y="220370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220370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Code: Extend with Skills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245973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code.claude.com/docs/en/skills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" y="264261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Activation, hot-reload (Jan 2026), env variable tuning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" y="307238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07238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Overview (API)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32841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platform.claude.com/docs/agents-and-tools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8368" y="351129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skills (pptx, xlsx, docx, pdf) + custom via API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064" y="394106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39410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Cookbook (Jupyter)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419709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platform.claude.com/cookbook/skills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8368" y="43799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notebooks: xlsx, pptx, pdf via the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18688" y="877824"/>
            <a:ext cx="2706624" cy="3931920"/>
          </a:xfrm>
          <a:prstGeom prst="rect">
            <a:avLst/>
          </a:prstGeom>
          <a:solidFill>
            <a:srgbClr val="EDE5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18688" y="877824"/>
            <a:ext cx="2706624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0128" y="9235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Video &amp; Tutorials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0128" y="133502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56432" y="133502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Claude Skills Tutorial for Beginners in 2026!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56432" y="159105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youtube.com — search title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56432" y="17739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Beginner-to-pro: SKILL.md, triggering, bundled resources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10128" y="220370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56432" y="220370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Otto from Anthropic — Agent Skills in 4 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56432" y="245973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websearchapi.ai/blog/claude-code-skills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56432" y="264261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vs CLAUDE.md vs MCP — the clearest comparison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10128" y="307238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56432" y="307238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Codecademy: Build a Lesson Plan Generator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56432" y="332841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codecademy.com/article/how-to-build-claude-skills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56432" y="351129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beginner tutorial — YAML, body, testing (&lt;1 hr)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10128" y="394106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56432" y="39410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ML Human Training: Getting Started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56432" y="419709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medium.com — AI ML Human Training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456432" y="43799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6-step quick-skill tutorial with official GitHub examples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16752" y="877824"/>
            <a:ext cx="2706624" cy="3931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016752" y="877824"/>
            <a:ext cx="2706624" cy="38404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08192" y="9235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Deep Dives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108192" y="133502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254496" y="133502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Guide to Building Skills (PDF)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54496" y="159105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resources.anthropic.com (Anthropic, Jan 2026)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54496" y="17739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patterns: org deployment, open standard, distribution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08192" y="220370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254496" y="220370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Skills Comprehensive Guide 2026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54496" y="245973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anandbg.com/blog/claude-skills-guide-2026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254496" y="264261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Hot-reload, invocation control flags, enterprise patterns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08192" y="307238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254496" y="307238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Must-Have Skills for Claude in 2026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54496" y="332841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medium.com/@unicodeveloper (Mar 2026)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254496" y="351129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top-skills: frontend-design (277k installs), gws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08192" y="394106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254496" y="39410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Activation Best Practices (GitHub)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254496" y="419709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gist.github.com/mellanon/50816550e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54496" y="43799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Research: optimized descriptions = 20%→90% activation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1828800"/>
            <a:ext cx="2286000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99339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turn Claude into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20624" y="265176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specialist.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20624" y="34015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skill once. Let Claude apply it everywhere.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" y="4686300"/>
            <a:ext cx="84490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46863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6970" y="4686300"/>
            <a:ext cx="1488643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56970" y="4686300"/>
            <a:ext cx="14886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37053" y="4686300"/>
            <a:ext cx="197144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37053" y="4686300"/>
            <a:ext cx="19714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99939" y="4686300"/>
            <a:ext cx="925373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99939" y="4686300"/>
            <a:ext cx="9253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1774</Words>
  <Application>Microsoft Office PowerPoint</Application>
  <PresentationFormat>On-screen Show (16:9)</PresentationFormat>
  <Paragraphs>310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Skills</dc:title>
  <dc:subject>PptxGenJS Presentation</dc:subject>
  <dc:creator>PptxGenJS</dc:creator>
  <cp:lastModifiedBy>Garcia, Al</cp:lastModifiedBy>
  <cp:revision>4</cp:revision>
  <dcterms:created xsi:type="dcterms:W3CDTF">2026-04-15T23:36:36Z</dcterms:created>
  <dcterms:modified xsi:type="dcterms:W3CDTF">2026-04-15T23:56:46Z</dcterms:modified>
</cp:coreProperties>
</file>